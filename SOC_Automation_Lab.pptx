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8308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70332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66344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623560"/>
            <a:ext cx="12191695" cy="731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4884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0F162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REPORT  ·  HOME-LAB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AUTOMATION LAB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</a:t>
            </a:r>
            <a:pPr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SIEM-to-SOAR</a:t>
            </a:r>
            <a:pPr indent="0" marL="0">
              <a:buNone/>
            </a:pPr>
            <a:r>
              <a:rPr lang="en-US" sz="2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Detection &amp; Response Pipeline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WAZUH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01368" y="4617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39C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1368" y="4617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91256" y="46177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4617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9784" y="46177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39C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4617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46177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4617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46177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2700">
            <a:solidFill>
              <a:srgbClr val="39C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4617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lab build documentation and process screenshots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Endpoint Telemetry to 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AI-Narrated Analyst Alert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fully automated Security Operations Center pipeline in a home lab. A single suspicious event on a monitored Windows endpoint flows through detection, enrichment, AI-assisted triage, and analyst notification — with zero manual steps in between.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4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Sysmon capture endpoint telemetry in real time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4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Python monitor hashes new processes and queries VirusTotal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4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scores severity and branches the response automatically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4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Groq-hosted LLM drafts a human-readable threat report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4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alert is posted straight to a Discord SOC channel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75320" y="19659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AT A GLANCE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4964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5496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notification paths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3493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4964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tools &amp; platforms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43342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49640" y="47914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at alert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5175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49640" y="5632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AI → Discord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Cooperating Chains, One Verdict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&amp; ENRICHMENT 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Sysmon + Event Logs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2555748"/>
            <a:ext cx="20116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21488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52344" y="26060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/ Indexer /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81144" y="2555748"/>
            <a:ext cx="20116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9744" y="21488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wazuh_monitor.py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82896" y="26060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Detects new process, hashes file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2555748"/>
            <a:ext cx="20116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0296" y="21488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31736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13448" y="26060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 lookup → verdict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 &amp; RESPONSE CHAIN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1847088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Receives VT verdict JSON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14016" y="4475988"/>
            <a:ext cx="10972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542032" y="4069080"/>
            <a:ext cx="1847088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41605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15184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Normalizes risk score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07408" y="4475988"/>
            <a:ext cx="10972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35424" y="4069080"/>
            <a:ext cx="1847088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41605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Branch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08576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on malicious count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4475988"/>
            <a:ext cx="10972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33" name="Shape 31"/>
          <p:cNvSpPr/>
          <p:nvPr/>
        </p:nvSpPr>
        <p:spPr>
          <a:xfrm>
            <a:off x="6528816" y="4069080"/>
            <a:ext cx="1847088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41605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LLM)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01968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 analyst-ready report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94192" y="4475988"/>
            <a:ext cx="109728" cy="146304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37" name="Shape 35"/>
          <p:cNvSpPr/>
          <p:nvPr/>
        </p:nvSpPr>
        <p:spPr>
          <a:xfrm>
            <a:off x="8522208" y="4069080"/>
            <a:ext cx="1847088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5875">
            <a:solidFill>
              <a:srgbClr val="39C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13648" y="41605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#alerts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95360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 final incident report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12764" y="3163824"/>
            <a:ext cx="164592" cy="310896"/>
          </a:xfrm>
          <a:prstGeom prst="downArrow">
            <a:avLst/>
          </a:prstGeom>
          <a:solidFill>
            <a:srgbClr val="F3F6F9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notification paths exist by design: Python posts a fast, minimal Discord alert the moment a verdict lands, while n8n independently produces a richer, AI-narrated report on the same data — immediacy and depth without one path waiting on the other.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the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67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9992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SIEM — Manager, Indexer, Dashboard, agent-based collection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2167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7016" y="2679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Sysmon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7016" y="29992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Windows telemetry: process, network, file &amp; registry activity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2167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2679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4224" y="29992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scripting layer — log tailing, hashing, REST API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70264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1432" y="2167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71432" y="2679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VirusTotal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71432" y="29992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API used to verdict every observed file hash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7365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50566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SOAR engine — webhooks, branching logic, orchestration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57016" y="47365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57016" y="50566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drafts the human-readable incident report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64224" y="47365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64224" y="50566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analyst notification channel via webhook bot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70264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71432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1432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71432" y="47365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VirtualBox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71432" y="505663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NAT-network lab: Ubuntu SOC host + Windows endpoint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SIEM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Up Wazuh as the Detection 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chosen for its agent-based collection, built-in File Integrity Monitoring, and REST-friendly alert log — all prerequisites for the automation layers built on top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Indexer, and Dashboard deployed together on the Ubuntu SOC host via the official all-in-one installer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reachable over HTTPS, exposing Malware Detection, FIM, Vulnerability Detection, and MITRE ATT&amp;CK modules out of the box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agents registered at first login — the clean starting point before endpoint onboarding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16168" y="1892808"/>
            <a:ext cx="5769864" cy="2688336"/>
          </a:xfrm>
          <a:prstGeom prst="roundRect">
            <a:avLst>
              <a:gd name="adj" fmla="val 2721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wazuh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965960"/>
            <a:ext cx="5623560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46177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Wazuh dashboard — Agents Summary &amp; Endpoint Security modules on first login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TELEMETRY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Widening Visibility with Sysmon &amp; FIM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Windows Event Logs gave limited process/network visibility, so Sysmon was installed on the endpoint and its channel added to the agent's ossec.conf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 query for rule.groups: sysmon confirmed 58 matching events already indexed — validating the full log path from endpoint to dashboard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 was separately validated: create/modify/delete events on the endpoint produced 43 syscheck hits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16168" y="1892808"/>
            <a:ext cx="5769864" cy="3300984"/>
          </a:xfrm>
          <a:prstGeom prst="roundRect">
            <a:avLst>
              <a:gd name="adj" fmla="val 2216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sysmon_dis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965960"/>
            <a:ext cx="5623560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23036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 view — 58 Sysmon events confirmed flowing into Wazuh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AUTOMATION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wazuh_monitor.py: The Centerpiece 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the Wazuh alert log in real time and detects new-process events as they occur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SHA256 hash of every executed file and submits it to the VirusTotal API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Exercised repeatedly across different processes (Cmd.exe, net1.exe, SecEdit) to confirm consistent detect → hash → lookup behavior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— malicious, suspicious, undetected, harmless — is captured for downstream scoring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16168" y="1892808"/>
            <a:ext cx="5769864" cy="2688336"/>
          </a:xfrm>
          <a:prstGeom prst="roundRect">
            <a:avLst>
              <a:gd name="adj" fmla="val 2721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vt_loo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965960"/>
            <a:ext cx="5623560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46177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wazuh_monitor.py hashing a detected file and querying the VirusTotal API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EVIDENCE &amp; LOGGING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Verdict Becomes a Structured Record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analyzed file is appended to a local incidents.json log with timestamp, filename, SHA256, and VirusTotal detection counts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derived severity label (e.g. SAFE) is attached automatically based on the VirusTotal verdict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incident_report.txt is generated alongside it for quick human review without parsing JSON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16168" y="1892808"/>
            <a:ext cx="5769864" cy="3346704"/>
          </a:xfrm>
          <a:prstGeom prst="roundRect">
            <a:avLst>
              <a:gd name="adj" fmla="val 2186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incidents_j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965960"/>
            <a:ext cx="56235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27608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incidents.json — structured record per analyzed file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REAL-TIME NOTIFICATION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Alerts in Front of an Analyst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Discord server and #alerts channel were stood up as the analyst-facing notification surface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notifier module pushes every processed detection to Discord the moment a verdict is available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to babysit a terminal or dashboard — the analyst is notified passively, in real time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01968" y="1664208"/>
            <a:ext cx="3712464" cy="4123944"/>
          </a:xfrm>
          <a:prstGeom prst="roundRect">
            <a:avLst>
              <a:gd name="adj" fmla="val 1970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discord_first_ale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37360"/>
            <a:ext cx="35661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824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automated alert posted by the custom "soar bot"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SOAR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n8n: From Direct Alerts to a Real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installed on the SOC host to move beyond "script posts to Discord" toward a proper Security Orchestration, Automation &amp; Response workflow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trigger node (POST /virustotal-alert) was configured as the entry point for results from the Python script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with realistic payloads — alert_type, url, malicious, suspicious, risk_score — matching the exact shape the script would send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48" y="1709928"/>
            <a:ext cx="5586984" cy="4059936"/>
          </a:xfrm>
          <a:prstGeom prst="roundRect">
            <a:avLst>
              <a:gd name="adj" fmla="val 1802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n8n_webh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783080"/>
            <a:ext cx="544068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58064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Configuring the n8n Webhook trigger node: POST, path virustotal-alert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DECISION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Scoring &amp; Conditional Branching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node routes each alert down a different branch depending on severity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evolved from a risk_score threshold (≥ 70) to directly checking VirusTotal's malicious detection count — a simpler, more reliable signal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"calculate severity" code node was later inserted before the IF node so severity is derived consistently inside the workflow itself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48" y="1709928"/>
            <a:ext cx="5586984" cy="3767328"/>
          </a:xfrm>
          <a:prstGeom prst="roundRect">
            <a:avLst>
              <a:gd name="adj" fmla="val 1942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n8n_if_n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783080"/>
            <a:ext cx="5440680" cy="3621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55138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node condition: branch on VirusTotal malicious detection count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AI-ASSISTED TRIAGE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 Drafts the Analyst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node is wired to a Groq Chat Model running llama-3.3-70b-versatile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raw detection JSON, it drafts a full narrative: severity, threat summary, detection details, and recommended SOC actions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‣"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structured verdict into the kind of write-up an analyst would otherwise type by hand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48" y="1709928"/>
            <a:ext cx="5586984" cy="3785616"/>
          </a:xfrm>
          <a:prstGeom prst="roundRect">
            <a:avLst>
              <a:gd name="adj" fmla="val 1932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groq_ai_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783080"/>
            <a:ext cx="5440680" cy="3639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5532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Chat Model generating a draft SOC alert narrative in n8n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an Intermittent HTTP 404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3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lookups and Discord alerts were working, but the n8n webhook call was intermittently returning HTTP 404 — the workflow wasn't actually receiving the event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3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workflow was only in manual test mode, not published/listening, and severity data was inconsistent across the payload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3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published the workflow, added the "calculate severity" node, and simplified the IF condition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‣"/>
            </a:pPr>
            <a:r>
              <a:rPr lang="en-US" sz="13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leg of a full wazuh_monitor.py run succeeded — VirusTotal verdict, Discord alert, and a webhook call returning HTTP 200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73368" y="1709928"/>
            <a:ext cx="5312664" cy="4169664"/>
          </a:xfrm>
          <a:prstGeom prst="roundRect">
            <a:avLst>
              <a:gd name="adj" fmla="val 1754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webhook_fix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783080"/>
            <a:ext cx="51663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9161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→ 200: the fixed pipeline succeeding end to 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AUTOMATION 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FINAL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Completed Automation,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calculate severity → IF → AI Agent (Groq) → Discord — running unattended. A single malicious detection now produces a fully formatted, AI-authored incident report with zero manual write-up.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75488" y="2532888"/>
            <a:ext cx="5495544" cy="3209544"/>
          </a:xfrm>
          <a:prstGeom prst="roundRect">
            <a:avLst>
              <a:gd name="adj" fmla="val 2279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final_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06040"/>
            <a:ext cx="534924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7790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 n8n automation graph, wired end to 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90488" y="2532888"/>
            <a:ext cx="5495544" cy="3209544"/>
          </a:xfrm>
          <a:prstGeom prst="roundRect">
            <a:avLst>
              <a:gd name="adj" fmla="val 2279"/>
            </a:avLst>
          </a:prstGeom>
          <a:solidFill>
            <a:srgbClr val="0F1622"/>
          </a:solidFill>
          <a:ln w="12700">
            <a:solidFill>
              <a:srgbClr val="232C3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home/claude/assets/final_discord_ale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606040"/>
            <a:ext cx="5349240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7790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#alerts channel: AI-generated severity &amp; threat summary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3454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39112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deployment &amp; administration (Wazuh: Manager, Indexer, Dashboard, agent enrollment)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3008" y="1965960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7600" y="23454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35928" y="2039112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telemetry engineering (Sysmon configuration, File Integrity Monitoring)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5067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00400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 scripting in Python (log tailing, hashing, REST API integration)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3008" y="3127248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7600" y="35067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5928" y="3200400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workflow design in n8n (webhooks, conditional branching, AI Agent / LLM integration)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66801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61688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integration (Discord webhook notifications)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288536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7600" y="466801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F1622"/>
          </a:solidFill>
          <a:ln w="19050">
            <a:solidFill>
              <a:srgbClr val="39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5928" y="4361688"/>
            <a:ext cx="472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troubleshooting of a multi-system pipeline (VM networking, agent enrollment, webhook failures)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94415" cy="530352"/>
          </a:xfrm>
          <a:prstGeom prst="roundRect">
            <a:avLst>
              <a:gd name="adj" fmla="val 15517"/>
            </a:avLst>
          </a:prstGeom>
          <a:solidFill>
            <a:srgbClr val="0F162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98932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documentation &amp; source code:  </a:t>
            </a:r>
            <a:pPr indent="0" marL="0">
              <a:buNone/>
            </a:pPr>
            <a:r>
              <a:rPr lang="en-US" sz="125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github.com/your-username/soc-automation-lab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2026-08-06T10:08:21Z</dcterms:created>
  <dcterms:modified xsi:type="dcterms:W3CDTF">2026-08-06T10:08:21Z</dcterms:modified>
</cp:coreProperties>
</file>